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138" y="3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2C7A7-61E5-4FDA-874A-60B43C58A10C}" type="datetimeFigureOut">
              <a:rPr lang="en-US" smtClean="0"/>
              <a:t>05/01/2020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CB19-96EC-43A8-ABB7-2306EBB2F0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0854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2C7A7-61E5-4FDA-874A-60B43C58A10C}" type="datetimeFigureOut">
              <a:rPr lang="en-US" smtClean="0"/>
              <a:t>05/01/2020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CB19-96EC-43A8-ABB7-2306EBB2F0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3857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2C7A7-61E5-4FDA-874A-60B43C58A10C}" type="datetimeFigureOut">
              <a:rPr lang="en-US" smtClean="0"/>
              <a:t>05/01/2020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CB19-96EC-43A8-ABB7-2306EBB2F0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98150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2C7A7-61E5-4FDA-874A-60B43C58A10C}" type="datetimeFigureOut">
              <a:rPr lang="en-US" smtClean="0"/>
              <a:t>05/01/2020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CB19-96EC-43A8-ABB7-2306EBB2F0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67110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2C7A7-61E5-4FDA-874A-60B43C58A10C}" type="datetimeFigureOut">
              <a:rPr lang="en-US" smtClean="0"/>
              <a:t>05/01/2020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CB19-96EC-43A8-ABB7-2306EBB2F0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9029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2C7A7-61E5-4FDA-874A-60B43C58A10C}" type="datetimeFigureOut">
              <a:rPr lang="en-US" smtClean="0"/>
              <a:t>05/01/2020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CB19-96EC-43A8-ABB7-2306EBB2F0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15121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2C7A7-61E5-4FDA-874A-60B43C58A10C}" type="datetimeFigureOut">
              <a:rPr lang="en-US" smtClean="0"/>
              <a:t>05/01/2020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CB19-96EC-43A8-ABB7-2306EBB2F0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64883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2C7A7-61E5-4FDA-874A-60B43C58A10C}" type="datetimeFigureOut">
              <a:rPr lang="en-US" smtClean="0"/>
              <a:t>05/01/2020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CB19-96EC-43A8-ABB7-2306EBB2F0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5880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2C7A7-61E5-4FDA-874A-60B43C58A10C}" type="datetimeFigureOut">
              <a:rPr lang="en-US" smtClean="0"/>
              <a:t>05/01/2020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CB19-96EC-43A8-ABB7-2306EBB2F0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88767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2C7A7-61E5-4FDA-874A-60B43C58A10C}" type="datetimeFigureOut">
              <a:rPr lang="en-US" smtClean="0"/>
              <a:t>05/01/2020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CB19-96EC-43A8-ABB7-2306EBB2F0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55323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2C7A7-61E5-4FDA-874A-60B43C58A10C}" type="datetimeFigureOut">
              <a:rPr lang="en-US" smtClean="0"/>
              <a:t>05/01/2020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CB19-96EC-43A8-ABB7-2306EBB2F0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1803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92C7A7-61E5-4FDA-874A-60B43C58A10C}" type="datetimeFigureOut">
              <a:rPr lang="en-US" smtClean="0"/>
              <a:t>05/01/2020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A5CB19-96EC-43A8-ABB7-2306EBB2F0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00838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pertofeed.in/" TargetMode="External"/><Relationship Id="rId2" Type="http://schemas.openxmlformats.org/officeDocument/2006/relationships/hyperlink" Target="mailto:nageshwar@petrofeed.in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mailto:nageshwar@petrofeed.in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www.petrofeed.in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5234796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                                            </a:t>
            </a:r>
            <a:r>
              <a:rPr lang="en-US" dirty="0" smtClean="0">
                <a:solidFill>
                  <a:srgbClr val="00B0F0"/>
                </a:solidFill>
              </a:rPr>
              <a:t>   </a:t>
            </a:r>
            <a:r>
              <a:rPr lang="en-US" dirty="0" smtClean="0"/>
              <a:t>                                                                                                                    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954686" y="1942465"/>
            <a:ext cx="3516258" cy="4313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err="1" smtClean="0">
                <a:solidFill>
                  <a:schemeClr val="tx1"/>
                </a:solidFill>
              </a:rPr>
              <a:t>PetroFeed</a:t>
            </a:r>
            <a:r>
              <a:rPr lang="en-US" b="1" dirty="0" smtClean="0">
                <a:solidFill>
                  <a:schemeClr val="tx1"/>
                </a:solidFill>
              </a:rPr>
              <a:t> Engineering and Consultancy private limited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371601" y="1854201"/>
            <a:ext cx="4486274" cy="22987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482352" y="2434743"/>
            <a:ext cx="2381250" cy="1295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 smtClean="0">
                <a:solidFill>
                  <a:schemeClr val="tx1"/>
                </a:solidFill>
              </a:rPr>
              <a:t>NAGESWAR KOTARI                            </a:t>
            </a:r>
            <a:endParaRPr lang="en-US" sz="1400" b="1" dirty="0">
              <a:solidFill>
                <a:schemeClr val="tx1"/>
              </a:solidFill>
            </a:endParaRPr>
          </a:p>
          <a:p>
            <a:r>
              <a:rPr lang="en-US" sz="1400" b="1" dirty="0">
                <a:solidFill>
                  <a:schemeClr val="tx1"/>
                </a:solidFill>
              </a:rPr>
              <a:t>LEAD MECHANICAL  </a:t>
            </a:r>
          </a:p>
          <a:p>
            <a:pPr algn="ctr"/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3632823" y="2733675"/>
            <a:ext cx="2562224" cy="1295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 smtClean="0">
                <a:solidFill>
                  <a:schemeClr val="tx1"/>
                </a:solidFill>
                <a:hlinkClick r:id="rId2"/>
              </a:rPr>
              <a:t>nageshwar@petrofeed.in</a:t>
            </a:r>
            <a:endParaRPr lang="en-US" sz="1400" b="1" dirty="0" smtClean="0">
              <a:solidFill>
                <a:schemeClr val="tx1"/>
              </a:solidFill>
            </a:endParaRPr>
          </a:p>
          <a:p>
            <a:r>
              <a:rPr lang="en-US" sz="1400" b="1" dirty="0" smtClean="0">
                <a:solidFill>
                  <a:schemeClr val="tx1"/>
                </a:solidFill>
              </a:rPr>
              <a:t>+974 33224253</a:t>
            </a:r>
          </a:p>
          <a:p>
            <a:r>
              <a:rPr lang="en-US" sz="1400" b="1" i="1" dirty="0" smtClean="0">
                <a:solidFill>
                  <a:schemeClr val="tx1"/>
                </a:solidFill>
                <a:hlinkClick r:id="rId3"/>
              </a:rPr>
              <a:t>www.pertofeed.in</a:t>
            </a:r>
            <a:endParaRPr lang="en-US" sz="1400" b="1" i="1" dirty="0" smtClean="0">
              <a:solidFill>
                <a:schemeClr val="tx1"/>
              </a:solidFill>
            </a:endParaRPr>
          </a:p>
          <a:p>
            <a:r>
              <a:rPr lang="en-US" sz="1400" b="1" i="1" dirty="0" smtClean="0">
                <a:solidFill>
                  <a:schemeClr val="tx1"/>
                </a:solidFill>
              </a:rPr>
              <a:t>India - Oman- Qatar – UAE- Singapore. </a:t>
            </a:r>
          </a:p>
          <a:p>
            <a:pPr algn="ctr"/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3614738" y="2733675"/>
            <a:ext cx="4762" cy="1419225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6066257" y="1876186"/>
            <a:ext cx="4486274" cy="22987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 descr="IMG_20191122_123808.jpg"/>
          <p:cNvPicPr/>
          <p:nvPr/>
        </p:nvPicPr>
        <p:blipFill>
          <a:blip r:embed="rId4"/>
          <a:stretch>
            <a:fillRect/>
          </a:stretch>
        </p:blipFill>
        <p:spPr>
          <a:xfrm>
            <a:off x="1586722" y="1876186"/>
            <a:ext cx="532765" cy="48831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</p:pic>
      <p:pic>
        <p:nvPicPr>
          <p:cNvPr id="16" name="Picture 15" descr="IMG_20191122_123808.jpg"/>
          <p:cNvPicPr/>
          <p:nvPr/>
        </p:nvPicPr>
        <p:blipFill>
          <a:blip r:embed="rId4"/>
          <a:stretch>
            <a:fillRect/>
          </a:stretch>
        </p:blipFill>
        <p:spPr>
          <a:xfrm>
            <a:off x="6804849" y="2613342"/>
            <a:ext cx="532765" cy="48831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</p:pic>
      <p:sp>
        <p:nvSpPr>
          <p:cNvPr id="17" name="Rectangle 16"/>
          <p:cNvSpPr/>
          <p:nvPr/>
        </p:nvSpPr>
        <p:spPr>
          <a:xfrm>
            <a:off x="6656081" y="1942465"/>
            <a:ext cx="3516258" cy="4313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err="1" smtClean="0">
                <a:solidFill>
                  <a:schemeClr val="tx1"/>
                </a:solidFill>
              </a:rPr>
              <a:t>PetroFeed</a:t>
            </a:r>
            <a:r>
              <a:rPr lang="en-US" b="1" dirty="0" smtClean="0">
                <a:solidFill>
                  <a:schemeClr val="tx1"/>
                </a:solidFill>
              </a:rPr>
              <a:t> Engineering and Consultancy private limited</a:t>
            </a:r>
            <a:endParaRPr lang="en-US" b="1" dirty="0">
              <a:solidFill>
                <a:schemeClr val="tx1"/>
              </a:solidFill>
            </a:endParaRPr>
          </a:p>
        </p:txBody>
      </p:sp>
      <p:pic>
        <p:nvPicPr>
          <p:cNvPr id="18" name="Picture 17" descr="IMG_20191122_123808.jpg"/>
          <p:cNvPicPr/>
          <p:nvPr/>
        </p:nvPicPr>
        <p:blipFill>
          <a:blip r:embed="rId4"/>
          <a:stretch>
            <a:fillRect/>
          </a:stretch>
        </p:blipFill>
        <p:spPr>
          <a:xfrm>
            <a:off x="6225839" y="1885471"/>
            <a:ext cx="532765" cy="48831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</p:pic>
      <p:pic>
        <p:nvPicPr>
          <p:cNvPr id="19" name="Content Placeholder 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45996" y="2733675"/>
            <a:ext cx="1257300" cy="305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25712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1906162" y="2432630"/>
            <a:ext cx="3516258" cy="4313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err="1" smtClean="0">
                <a:solidFill>
                  <a:schemeClr val="tx1"/>
                </a:solidFill>
              </a:rPr>
              <a:t>Petrofeed</a:t>
            </a:r>
            <a:r>
              <a:rPr lang="en-US" b="1" dirty="0" smtClean="0">
                <a:solidFill>
                  <a:schemeClr val="tx1"/>
                </a:solidFill>
              </a:rPr>
              <a:t> </a:t>
            </a:r>
            <a:r>
              <a:rPr lang="en-US" b="1" dirty="0" smtClean="0">
                <a:solidFill>
                  <a:schemeClr val="tx1"/>
                </a:solidFill>
              </a:rPr>
              <a:t>Engineering and Consultancy private limited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314451" y="2206626"/>
            <a:ext cx="4486274" cy="22987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425202" y="2787168"/>
            <a:ext cx="2381250" cy="1295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 smtClean="0">
                <a:solidFill>
                  <a:schemeClr val="tx1"/>
                </a:solidFill>
              </a:rPr>
              <a:t>NAGESWAR KOTARI                            </a:t>
            </a:r>
            <a:endParaRPr lang="en-US" sz="1400" b="1" dirty="0">
              <a:solidFill>
                <a:schemeClr val="tx1"/>
              </a:solidFill>
            </a:endParaRPr>
          </a:p>
          <a:p>
            <a:r>
              <a:rPr lang="en-US" sz="1400" b="1" dirty="0">
                <a:solidFill>
                  <a:schemeClr val="tx1"/>
                </a:solidFill>
              </a:rPr>
              <a:t>LEAD MECHANICAL  </a:t>
            </a:r>
          </a:p>
          <a:p>
            <a:pPr algn="ctr"/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1425202" y="3398044"/>
            <a:ext cx="2562224" cy="1295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 smtClean="0">
                <a:solidFill>
                  <a:schemeClr val="tx1"/>
                </a:solidFill>
                <a:hlinkClick r:id="rId2"/>
              </a:rPr>
              <a:t>nageshwar@petrofeed.in</a:t>
            </a:r>
            <a:endParaRPr lang="en-US" sz="1400" b="1" dirty="0" smtClean="0">
              <a:solidFill>
                <a:schemeClr val="tx1"/>
              </a:solidFill>
            </a:endParaRPr>
          </a:p>
          <a:p>
            <a:r>
              <a:rPr lang="en-US" sz="1400" b="1" dirty="0" smtClean="0">
                <a:solidFill>
                  <a:schemeClr val="tx1"/>
                </a:solidFill>
              </a:rPr>
              <a:t>+974 </a:t>
            </a:r>
            <a:r>
              <a:rPr lang="en-US" sz="1400" b="1" dirty="0" smtClean="0">
                <a:solidFill>
                  <a:schemeClr val="tx1"/>
                </a:solidFill>
              </a:rPr>
              <a:t>33224253</a:t>
            </a:r>
            <a:r>
              <a:rPr lang="en-US" sz="1400" b="1" i="1" dirty="0" smtClean="0">
                <a:solidFill>
                  <a:schemeClr val="tx1"/>
                </a:solidFill>
              </a:rPr>
              <a:t> </a:t>
            </a:r>
            <a:endParaRPr lang="en-US" sz="1400" b="1" i="1" dirty="0" smtClean="0">
              <a:solidFill>
                <a:schemeClr val="tx1"/>
              </a:solidFill>
            </a:endParaRPr>
          </a:p>
          <a:p>
            <a:pPr algn="ctr"/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3467710" y="3108327"/>
            <a:ext cx="4762" cy="1419225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pic>
        <p:nvPicPr>
          <p:cNvPr id="10" name="Picture 9" descr="IMG_20191122_123808.jpg"/>
          <p:cNvPicPr/>
          <p:nvPr/>
        </p:nvPicPr>
        <p:blipFill>
          <a:blip r:embed="rId3"/>
          <a:stretch>
            <a:fillRect/>
          </a:stretch>
        </p:blipFill>
        <p:spPr>
          <a:xfrm>
            <a:off x="1455096" y="2385649"/>
            <a:ext cx="532765" cy="48831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</p:pic>
      <p:sp>
        <p:nvSpPr>
          <p:cNvPr id="18" name="Rectangle 17"/>
          <p:cNvSpPr/>
          <p:nvPr/>
        </p:nvSpPr>
        <p:spPr>
          <a:xfrm>
            <a:off x="3467710" y="3076885"/>
            <a:ext cx="2562224" cy="12954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400" b="1" dirty="0" smtClean="0">
              <a:solidFill>
                <a:schemeClr val="tx1"/>
              </a:solidFill>
              <a:hlinkClick r:id="rId4"/>
            </a:endParaRPr>
          </a:p>
          <a:p>
            <a:r>
              <a:rPr lang="en-US" sz="1400" b="1" dirty="0" smtClean="0">
                <a:solidFill>
                  <a:schemeClr val="tx1"/>
                </a:solidFill>
                <a:hlinkClick r:id="rId4"/>
              </a:rPr>
              <a:t>www.petrofeed.in</a:t>
            </a:r>
            <a:endParaRPr lang="en-US" sz="1400" b="1" dirty="0" smtClean="0">
              <a:solidFill>
                <a:schemeClr val="tx1"/>
              </a:solidFill>
            </a:endParaRPr>
          </a:p>
          <a:p>
            <a:r>
              <a:rPr lang="en-US" sz="1400" b="1" dirty="0" smtClean="0">
                <a:solidFill>
                  <a:schemeClr val="tx1"/>
                </a:solidFill>
              </a:rPr>
              <a:t>India-Oman-Qatar-Singapore</a:t>
            </a:r>
          </a:p>
          <a:p>
            <a:r>
              <a:rPr lang="en-US" sz="1400" b="1" dirty="0" smtClean="0">
                <a:solidFill>
                  <a:schemeClr val="tx1"/>
                </a:solidFill>
              </a:rPr>
              <a:t> </a:t>
            </a:r>
          </a:p>
          <a:p>
            <a:r>
              <a:rPr lang="en-US" sz="1400" b="1" dirty="0" smtClean="0">
                <a:solidFill>
                  <a:schemeClr val="tx1"/>
                </a:solidFill>
              </a:rPr>
              <a:t>Associate companies:</a:t>
            </a:r>
          </a:p>
          <a:p>
            <a:r>
              <a:rPr lang="en-US" sz="1400" b="1" dirty="0" smtClean="0">
                <a:solidFill>
                  <a:schemeClr val="tx1"/>
                </a:solidFill>
              </a:rPr>
              <a:t> </a:t>
            </a:r>
            <a:r>
              <a:rPr lang="en-US" sz="1400" b="1" dirty="0" err="1" smtClean="0">
                <a:solidFill>
                  <a:schemeClr val="tx1"/>
                </a:solidFill>
              </a:rPr>
              <a:t>Strutech</a:t>
            </a:r>
            <a:r>
              <a:rPr lang="en-US" sz="1400" b="1" dirty="0" smtClean="0">
                <a:solidFill>
                  <a:schemeClr val="tx1"/>
                </a:solidFill>
              </a:rPr>
              <a:t> </a:t>
            </a:r>
            <a:r>
              <a:rPr lang="en-US" sz="1400" b="1" i="1" dirty="0" smtClean="0">
                <a:solidFill>
                  <a:schemeClr val="tx1"/>
                </a:solidFill>
              </a:rPr>
              <a:t>ww.strutechconsultancy.com</a:t>
            </a:r>
            <a:endParaRPr lang="en-US" sz="1400" b="1" i="1" dirty="0" smtClean="0">
              <a:solidFill>
                <a:schemeClr val="tx1"/>
              </a:solidFill>
            </a:endParaRPr>
          </a:p>
          <a:p>
            <a:pPr algn="ctr"/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1455095" y="2887673"/>
            <a:ext cx="4345629" cy="87614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314451" y="2222573"/>
            <a:ext cx="4486273" cy="163075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1579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</TotalTime>
  <Words>53</Words>
  <Application>Microsoft Office PowerPoint</Application>
  <PresentationFormat>Widescreen</PresentationFormat>
  <Paragraphs>20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>Petroleum Development Oman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PetroFeed</dc:title>
  <dc:creator>Srinivasan, Mahendran UEP25B</dc:creator>
  <cp:lastModifiedBy>Srinivasan, Mahendran UEP25B</cp:lastModifiedBy>
  <cp:revision>7</cp:revision>
  <dcterms:created xsi:type="dcterms:W3CDTF">2020-01-05T07:26:50Z</dcterms:created>
  <dcterms:modified xsi:type="dcterms:W3CDTF">2020-01-05T09:24:21Z</dcterms:modified>
</cp:coreProperties>
</file>